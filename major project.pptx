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497" r:id="rId3"/>
    <p:sldId id="499" r:id="rId4"/>
    <p:sldId id="500" r:id="rId5"/>
    <p:sldId id="501" r:id="rId6"/>
    <p:sldId id="502" r:id="rId7"/>
    <p:sldId id="503" r:id="rId8"/>
    <p:sldId id="506" r:id="rId9"/>
    <p:sldId id="269" r:id="rId10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825" autoAdjust="0"/>
    <p:restoredTop sz="94632"/>
  </p:normalViewPr>
  <p:slideViewPr>
    <p:cSldViewPr>
      <p:cViewPr>
        <p:scale>
          <a:sx n="95" d="100"/>
          <a:sy n="95" d="100"/>
        </p:scale>
        <p:origin x="1448" y="5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21/01/25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-39526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20415" y="2060848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36440" y="2219553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Year Project Synopsis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98017"/>
              </p:ext>
            </p:extLst>
          </p:nvPr>
        </p:nvGraphicFramePr>
        <p:xfrm>
          <a:off x="1691204" y="3220642"/>
          <a:ext cx="6096000" cy="159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305024946"/>
                    </a:ext>
                  </a:extLst>
                </a:gridCol>
              </a:tblGrid>
              <a:tr h="399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898331"/>
                  </a:ext>
                </a:extLst>
              </a:tr>
              <a:tr h="399836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2201060086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Sahin Islam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6101868"/>
                  </a:ext>
                </a:extLst>
              </a:tr>
              <a:tr h="39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2201060092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Dinesh Aggarwal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8206324"/>
                  </a:ext>
                </a:extLst>
              </a:tr>
              <a:tr h="39983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2201060125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Krrish Chawla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94959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F18845-4075-32C5-8F4A-4F40F86E837F}"/>
              </a:ext>
            </a:extLst>
          </p:cNvPr>
          <p:cNvSpPr txBox="1"/>
          <p:nvPr/>
        </p:nvSpPr>
        <p:spPr>
          <a:xfrm>
            <a:off x="2299287" y="1212054"/>
            <a:ext cx="46592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 </a:t>
            </a:r>
          </a:p>
          <a:p>
            <a:pPr lvl="0">
              <a:buSzPct val="25000"/>
            </a:pP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 err="1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Riman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 err="1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Madal</a:t>
            </a:r>
            <a:endParaRPr lang="en-IN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  <a:p>
            <a:pPr lvl="0">
              <a:buSzPct val="25000"/>
            </a:pP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27384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422920" y="1314925"/>
            <a:ext cx="8334672" cy="4200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8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goal</a:t>
            </a:r>
            <a:r>
              <a:rPr lang="en-US" sz="2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of this </a:t>
            </a:r>
            <a:r>
              <a:rPr lang="en-US" sz="28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  <a:r>
              <a:rPr lang="en-US" sz="2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to </a:t>
            </a:r>
            <a:r>
              <a:rPr lang="en-US" sz="28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lang="en-US" sz="2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en-US" sz="28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Python-based system</a:t>
            </a:r>
            <a:r>
              <a:rPr lang="en-US" sz="2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that can </a:t>
            </a:r>
            <a:r>
              <a:rPr lang="en-US" sz="28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convert 2D images into corresponding 3D models </a:t>
            </a:r>
            <a:r>
              <a:rPr lang="en-US" sz="2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using machine learning (ML), specifically leveraging deep learning architectures like convolutional neural networks (CNNs) or transformers, as well as pre-trained models like Pix 3dfor training. Below is an overview of the project</a:t>
            </a:r>
            <a:endParaRPr lang="en-US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79512" y="1240039"/>
            <a:ext cx="8784976" cy="44042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1.⁠ ⁠Input: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 algn="just" fontAlgn="base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2D image (e.g., a photo of an object or scene).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2.⁠ ⁠Output:</a:t>
            </a:r>
            <a:r>
              <a:rPr lang="en-US" sz="24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indent="-34290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3D model representation (voxel grid, point cloud, or mesh).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3.⁠ ⁠Purpose:</a:t>
            </a:r>
            <a:r>
              <a:rPr lang="en-US" sz="24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marR="0" indent="-34290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4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enable automatic 3D reconstruction for fields like gaming, virtual reality, or product design.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97768" y="1131430"/>
            <a:ext cx="8784976" cy="540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1.⁠ ⁠Input: </a:t>
            </a: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User-provided 2D image or dataset.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2.⁠ ⁠Output Formats: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Voxel grids: 3D data represented as cubes.</a:t>
            </a: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Point clouds: Set of points in 3D space.</a:t>
            </a: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3D meshes: Polygons forming a 3D surface.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3.⁠ ⁠User Interaction: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Prompt-based system to accept images.</a:t>
            </a: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Ability to save the 3D outputs for further use.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683568" y="244288"/>
            <a:ext cx="198445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Core</a:t>
            </a:r>
            <a:r>
              <a:rPr lang="en-IN" sz="3200" b="1" dirty="0">
                <a:solidFill>
                  <a:srgbClr val="E31E24"/>
                </a:solidFill>
                <a:cs typeface="Times New Roman" panose="02020603050405020304" pitchFamily="18" charset="0"/>
                <a:sym typeface="Arial"/>
              </a:rPr>
              <a:t> </a:t>
            </a:r>
            <a:r>
              <a:rPr lang="en-IN" sz="3200" b="1" dirty="0">
                <a:cs typeface="Times New Roman" panose="02020603050405020304" pitchFamily="18" charset="0"/>
                <a:sym typeface="Arial"/>
              </a:rPr>
              <a:t>Steps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90645" y="1074025"/>
            <a:ext cx="8784976" cy="5802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1.⁠ ⁠Data Preparation: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the Pix 3ddataset to pre-train the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model.Render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2D images from the Pix 3ddataset using libraries like PyRender or Blender.</a:t>
            </a:r>
            <a:r>
              <a:rPr lang="en-US" sz="160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Prepare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voxelized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versions of the 3D models for supervised training.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2.⁠ ⁠Model Architecture:</a:t>
            </a:r>
            <a:endParaRPr lang="en-US" sz="16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Encoder: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Extract features from the 2D input image using convolutional layers (CNNs).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Decoder: 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Reconstruct 3D representation using transposed convolutions or layers specialized for voxel grids or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meshes.Models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like 3D-R2N2 (Recurrent Reconstruction Neural Network) or transformers can be used.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3.⁠ ⁠Training:</a:t>
            </a:r>
            <a:endParaRPr lang="en-US" sz="16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Train the model to map 2D image features to 3D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outputs.Use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 loss function such as voxel cross-entropy loss or Chamfer distance for point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clouds.Augment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the dataset with rotated or flipped views of objects.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4.⁠ ⁠Evaluation:</a:t>
            </a:r>
            <a:endParaRPr lang="en-US" sz="16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 on unseen 2D 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images.Measure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accuracy using metrics like Intersection over Union (</a:t>
            </a:r>
            <a:r>
              <a:rPr lang="en-US" sz="1600" kern="100" dirty="0" err="1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IoU</a:t>
            </a: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for voxel grids or Chamfer distance for point clouds.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5.⁠ ⁠Deployment:</a:t>
            </a:r>
            <a:endParaRPr lang="en-US" sz="16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 a user-friendly interface (CLI or web-based).Allow users to input images and visualize the 3D outputs.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4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346645"/>
            <a:ext cx="828092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Technologies and Tools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97768" y="1311318"/>
            <a:ext cx="8784976" cy="4673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  <a:endParaRPr lang="en-US" sz="20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PyTorch or TensorFlow for deep learning.</a:t>
            </a: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PyRender or Blender for rendering 2D views.</a:t>
            </a: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20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indent="-2857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Matplotlib for visualizing outputs.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Pre-trained Models:</a:t>
            </a:r>
          </a:p>
          <a:p>
            <a:pPr marL="342900" marR="0" indent="-34290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Pix 3d -based models like 3D-R2N2 for transfer learning.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b="1" u="sng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Environment:</a:t>
            </a:r>
            <a:endParaRPr lang="en-US" sz="20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20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3.8+ with CUDA support for GPU acceleration.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20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IN" sz="3200" b="1" dirty="0">
                <a:cs typeface="Times New Roman" panose="02020603050405020304" pitchFamily="18" charset="0"/>
                <a:sym typeface="Arial"/>
              </a:rPr>
              <a:t>Use case of this project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E24D516-77C6-C96A-5F77-D099623448D8}"/>
              </a:ext>
            </a:extLst>
          </p:cNvPr>
          <p:cNvSpPr txBox="1"/>
          <p:nvPr/>
        </p:nvSpPr>
        <p:spPr>
          <a:xfrm>
            <a:off x="114248" y="1149654"/>
            <a:ext cx="8784976" cy="5410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1.⁠ ⁠Gaming and Entertainment: 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Game Development: Automatically generate 3D assets from 2D concept art, reducing the workload for artists and designers.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Animation and Film: Convert 2D storyboards into 3D scenes for movies or animations.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Virtual Production: Create real-time 3D models for immersive virtual sets. 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200" kern="1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sng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2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.⁠ ⁠Architecture and Interior Design:</a:t>
            </a:r>
            <a:endParaRPr lang="en-US" sz="12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Building Visualization: Convert 2D floor plans into 3D models for architectural visualization.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Interior Design: Transform 2D sketches or images of furniture into 3D models for virtual staging and design previews.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2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3.⁠ ⁠Healthcare:</a:t>
            </a:r>
            <a:endParaRPr lang="en-US" sz="12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Medical Imaging: Convert 2D scans (e.g., X-rays or CT scans) into 3D models for detailed analysis and diagnosis.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Surgical Planning: Create 3D models of anatomical structures from 2D images for pre-surgical planning.</a:t>
            </a: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2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sng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4.⁠ ⁠Manufacturing and Engineering:</a:t>
            </a:r>
            <a:endParaRPr lang="en-US" sz="12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Prototyping: Convert 2D design sketches into 3D CAD models for prototyping and production.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Quality Control: Compare real-world 3D models reconstructed from 2D photos to their original design specifications.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kern="1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 u="sng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5.⁠ ⁠Forensics and Security: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Crime Scene Reconstruction: Reconstruct crime scenes from 2D photos for analysis and investigation.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kern="100" dirty="0">
                <a:solidFill>
                  <a:srgbClr val="000000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Facial Recognition: Generate 3D models of faces from 2D images for identification and verification.</a:t>
            </a:r>
          </a:p>
          <a:p>
            <a:pPr marL="171450" marR="0" indent="-17145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sz="1200" kern="100" dirty="0">
              <a:solidFill>
                <a:srgbClr val="000000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endParaRPr lang="en-US" sz="1200" kern="100" dirty="0">
              <a:solidFill>
                <a:srgbClr val="000000"/>
              </a:solidFill>
              <a:effectLst/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5987</TotalTime>
  <Words>759</Words>
  <Application>Microsoft Macintosh PowerPoint</Application>
  <PresentationFormat>On-screen Show (4:3)</PresentationFormat>
  <Paragraphs>102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Ronit Agrawal</cp:lastModifiedBy>
  <cp:revision>307</cp:revision>
  <cp:lastPrinted>2022-09-05T08:43:44Z</cp:lastPrinted>
  <dcterms:created xsi:type="dcterms:W3CDTF">2020-01-16T09:05:56Z</dcterms:created>
  <dcterms:modified xsi:type="dcterms:W3CDTF">2025-01-21T04:29:56Z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2025-01-20T04:06:12Z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9e12619e-c3e4-4f26-825a-d6d6ad99cb2d</vt:lpwstr>
  </property>
  <property fmtid="{D5CDD505-2E9C-101B-9397-08002B2CF9AE}" pid="7" name="MSIP_Label_defa4170-0d19-0005-0004-bc88714345d2_ActionId">
    <vt:lpwstr>c82e789e-1789-458d-b997-b044080c73e3</vt:lpwstr>
  </property>
  <property fmtid="{D5CDD505-2E9C-101B-9397-08002B2CF9AE}" pid="8" name="MSIP_Label_defa4170-0d19-0005-0004-bc88714345d2_ContentBits">
    <vt:lpwstr>0</vt:lpwstr>
  </property>
</Properties>
</file>